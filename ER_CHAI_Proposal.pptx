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ER-CHAI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9900"/>
                </a:solidFill>
              </a:defRPr>
            </a:pPr>
            <a:r>
              <a:t>AI-Assisted Chart Generation &amp; Analysis Platform - MVP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April 2026 | Economic Research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Executive Overview &amp; Vision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Current Prototype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Business Case &amp; ROI Analysis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Proposed Enhancements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AWS Production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Resource Requirements &amp; Timeline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Budget Request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Recommendation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ER-CHAI: Economic Research Chart AI - revolutionizing chart creation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AI-powered platform using AWS Bedrock (Claude Sonnet 4.5)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Natural language commands for chart editing and data analysis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Reduces chart creation time by 75-85%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MVP delivery in 3-4 months with Okta SSO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Seeking $213K budget for production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Prototype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FRED API Integration: Direct economic data ingestion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AI Chart Editor: Natural language commands for modifications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Reference Image Analysis: OpenCV + Vision extracts styling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Interactive Canvas: Drag-and-drop Konva.js editor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Multi-format Export: Python, R, PDF with FRBSF branding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Executive Summary Generation: AI-powered trend analysis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211 unit tests with comprehensive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Python 3.11+, FastAPI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API &amp; Business Logic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React 18, TypeScript, Konva.js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Interactive UI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AWS Bedrock (Claude Sonnet 4.5)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NLP &amp; Analysis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OpenCV + Bedrock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Image Analysis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SQLite → PostgreSQL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Data Persistence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ReportLab, 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PDF Generation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Case: Productivity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State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With ER-CHAI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Chart Creation 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2-4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15-30 minutes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75-85% reduction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Brand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~70%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Near-perfect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Publication Cycle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3-5 days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Same day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80% faster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Economist Productivity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+40%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Significant uplift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Time Savings: 2,000+ hours/year across Economic Research team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Cost Avoidance: $150,000-$200,000/year in productivity gains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Reduced External Dependencies: Less reliance on design resources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Faster Time-to-Publication: Competitive advantage in research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3-Year ROI: 250-300% on initial investment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Break-even Point: ~18 months post-deployment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MVP Scope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MVP (3-4 months): Okta SSO, RDS migration, RBAC, audit logging, AWS deployment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Post-MVP: Multi-chart dashboards, automated data refresh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Future: Real-time collaboration, template library, API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Continuous: Performance optimization, user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AWS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Route 53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DNS &amp;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ALB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Load Balancer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544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ECS Fargate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Container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5544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Okta IDP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SSO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RDS PostgreSQL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2004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3832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S3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Asset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2004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3832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Bedrock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AI/ML (Claude)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200400"/>
            <a:ext cx="164592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3832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CloudWatch</a:t>
            </a:r>
          </a:p>
          <a:p>
            <a:pPr algn="ctr">
              <a:defRPr sz="900">
                <a:solidFill>
                  <a:srgbClr val="CC9900"/>
                </a:solidFill>
              </a:defRPr>
            </a:pPr>
            <a: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12529"/>
                </a:solidFill>
              </a:defRPr>
            </a:pPr>
            <a:r>
              <a:t>Estimated Monthly AWS Cost: $620 - $1,320</a:t>
            </a:r>
          </a:p>
          <a:p>
            <a:pPr algn="ctr">
              <a:defRPr sz="1200">
                <a:solidFill>
                  <a:srgbClr val="212529"/>
                </a:solidFill>
              </a:defRPr>
            </a:pPr>
            <a:r>
              <a:t>Okta SSO uses existing enterprise license (no additional cost)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Resource Requirements (MVP)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Tech Lead/Developer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 months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Architecture, Backend, AWS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Full-Stack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Frontend, Okta Integration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DevOps/QA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4 months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CI/CD, Testing, Deployment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MVP Timeline (3-4 Months)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Month 1: AWS environment setup, Okta SSO integration, RDS migration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Month 2: Production hardening, security implementation,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Month 3: UAT with pilot users, bug fixes, production deployment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Month 4 (if needed): Stabilization, monitoring, user training</a:t>
            </a:r>
          </a:p>
          <a:p>
            <a:pPr>
              <a:spcAft>
                <a:spcPts val="1200"/>
              </a:spcAft>
              <a:defRPr sz="1800">
                <a:solidFill>
                  <a:srgbClr val="212529"/>
                </a:solidFill>
              </a:defRPr>
            </a:pPr>
            <a:r>
              <a:t>• Target Launch: 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Budget Request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18288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MVP</a:t>
            </a:r>
          </a:p>
          <a:p>
            <a:pPr algn="ctr">
              <a:defRPr sz="3600" b="1">
                <a:solidFill>
                  <a:srgbClr val="CC9900"/>
                </a:solidFill>
              </a:defRPr>
            </a:pPr>
            <a:r>
              <a:t>$213K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4-Month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8288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Year 1 Ops</a:t>
            </a:r>
          </a:p>
          <a:p>
            <a:pPr algn="ctr">
              <a:defRPr sz="3600" b="1">
                <a:solidFill>
                  <a:srgbClr val="CC9900"/>
                </a:solidFill>
              </a:defRPr>
            </a:pPr>
            <a:r>
              <a:t>$39K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8 Months Post-MVP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560320" cy="18288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2560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Year 2 Ops</a:t>
            </a:r>
          </a:p>
          <a:p>
            <a:pPr algn="ctr">
              <a:defRPr sz="3600" b="1">
                <a:solidFill>
                  <a:srgbClr val="CC9900"/>
                </a:solidFill>
              </a:defRPr>
            </a:pPr>
            <a:r>
              <a:t>$58K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Annual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657600"/>
            <a:ext cx="4572000" cy="1371600"/>
          </a:xfrm>
          <a:prstGeom prst="roundRect">
            <a:avLst/>
          </a:prstGeom>
          <a:solidFill>
            <a:srgbClr val="CC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840480"/>
            <a:ext cx="4572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Total Investment (MVP + 20 months)</a:t>
            </a:r>
          </a:p>
          <a:p>
            <a:pPr algn="ctr">
              <a:defRPr sz="4400" b="1">
                <a:solidFill>
                  <a:srgbClr val="003366"/>
                </a:solidFill>
              </a:defRPr>
            </a:pPr>
            <a:r>
              <a:t>~$310K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Projected ROI: 250-300% | Target Launch: 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Budget Breakdown - MVP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Development Team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$160,000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2.5 FTE × 4 months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AWS Infrastructure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Initial provisioning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Security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$10,000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Training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User enablement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Contingency (15%)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$27,750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Risk buffer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TOTAL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$212,750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Assessment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AWS Bedrock availability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Multi-region failover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Data security concerns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Encryption, VPC isolation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User adoption resistance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Training, champions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Scope creep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Agile, prioritized backlog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Integration complexity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Phased rollout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Success Metrics (KPIs)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Measurement 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Chart creation time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&lt;30 min avg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System analytics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User adoption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&gt;80% of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Monthly active users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Brand compliance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Automated style checks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System 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CloudWatch monitoring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User satisfaction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&gt;4.2/5.0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Quarterly surveys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AI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Command success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✓ Approve $213K MVP budget for production deployment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✓ Assign 2.5 FTE development team for 4 months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✓ Target August 2026 for production launch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✓ Integrate with existing Okta 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C9900"/>
                </a:solidFill>
              </a:defRPr>
            </a:pPr>
            <a:r>
              <a:t>Next Step: Schedule architecture review meeting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9900"/>
                </a:solidFill>
              </a:defRPr>
            </a:pPr>
            <a:r>
              <a:t>Contact: Economic Research Technology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